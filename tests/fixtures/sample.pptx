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client about split duty.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Onboarding a new client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Implementation kick-off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Minimum rest is 12 hours</a:t>
            </a:r>
          </a:p>
          <a:p>
            <a:pPr lvl="1"/>
            <a:r>
              <a:t>After a night duty: 14 hours</a:t>
            </a:r>
          </a:p>
          <a:p>
            <a:r>
              <a:t>Standby counts as duty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Example 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 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Other 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h | short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0"/>
            <a:ext cx="101600" cy="10160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914400" y="4572000"/>
            <a:ext cx="2743200" cy="914400"/>
            <a:chOff x="914400" y="4572000"/>
            <a:chExt cx="2743200" cy="914400"/>
          </a:xfrm>
        </p:grpSpPr>
        <p:sp>
          <p:nvSpPr>
            <p:cNvPr id="6" name="TextBox 5"/>
            <p:cNvSpPr txBox="1"/>
            <p:nvPr/>
          </p:nvSpPr>
          <p:spPr>
            <a:xfrm>
              <a:off x="914400" y="4572000"/>
              <a:ext cx="2743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Inside a group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Draft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agreed yet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